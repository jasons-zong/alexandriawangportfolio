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Default Extension="png" ContentType="image/png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8180" y="1065783"/>
            <a:ext cx="2282039" cy="927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image" Target="../media/image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2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2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Relationship Id="rId3" Type="http://schemas.openxmlformats.org/officeDocument/2006/relationships/image" Target="../media/image2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Relationship Id="rId3" Type="http://schemas.openxmlformats.org/officeDocument/2006/relationships/image" Target="../media/image2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Relationship Id="rId3" Type="http://schemas.openxmlformats.org/officeDocument/2006/relationships/image" Target="../media/image2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2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Relationship Id="rId3" Type="http://schemas.openxmlformats.org/officeDocument/2006/relationships/image" Target="../media/image2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image" Target="../media/image2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Relationship Id="rId3" Type="http://schemas.openxmlformats.org/officeDocument/2006/relationships/image" Target="../media/image2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Relationship Id="rId3" Type="http://schemas.openxmlformats.org/officeDocument/2006/relationships/image" Target="../media/image2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Relationship Id="rId3" Type="http://schemas.openxmlformats.org/officeDocument/2006/relationships/image" Target="../media/image2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Relationship Id="rId3" Type="http://schemas.openxmlformats.org/officeDocument/2006/relationships/image" Target="../media/image2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Relationship Id="rId3" Type="http://schemas.openxmlformats.org/officeDocument/2006/relationships/image" Target="../media/image2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Relationship Id="rId3" Type="http://schemas.openxmlformats.org/officeDocument/2006/relationships/image" Target="../media/image2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Relationship Id="rId3" Type="http://schemas.openxmlformats.org/officeDocument/2006/relationships/image" Target="../media/image2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Relationship Id="rId3" Type="http://schemas.openxmlformats.org/officeDocument/2006/relationships/image" Target="../media/image2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Relationship Id="rId3" Type="http://schemas.openxmlformats.org/officeDocument/2006/relationships/image" Target="../media/image2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Relationship Id="rId3" Type="http://schemas.openxmlformats.org/officeDocument/2006/relationships/image" Target="../media/image2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Relationship Id="rId3" Type="http://schemas.openxmlformats.org/officeDocument/2006/relationships/image" Target="../media/image2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Relationship Id="rId3" Type="http://schemas.openxmlformats.org/officeDocument/2006/relationships/image" Target="../media/image2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Relationship Id="rId3" Type="http://schemas.openxmlformats.org/officeDocument/2006/relationships/image" Target="../media/image2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Relationship Id="rId3" Type="http://schemas.openxmlformats.org/officeDocument/2006/relationships/image" Target="../media/image2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Relationship Id="rId3" Type="http://schemas.openxmlformats.org/officeDocument/2006/relationships/image" Target="../media/image2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Relationship Id="rId3" Type="http://schemas.openxmlformats.org/officeDocument/2006/relationships/image" Target="../media/image2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Relationship Id="rId3" Type="http://schemas.openxmlformats.org/officeDocument/2006/relationships/image" Target="../media/image2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Relationship Id="rId3" Type="http://schemas.openxmlformats.org/officeDocument/2006/relationships/image" Target="../media/image2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Relationship Id="rId3" Type="http://schemas.openxmlformats.org/officeDocument/2006/relationships/image" Target="../media/image2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Relationship Id="rId3" Type="http://schemas.openxmlformats.org/officeDocument/2006/relationships/image" Target="../media/image2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Relationship Id="rId3" Type="http://schemas.openxmlformats.org/officeDocument/2006/relationships/image" Target="../media/image2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Relationship Id="rId3" Type="http://schemas.openxmlformats.org/officeDocument/2006/relationships/image" Target="../media/image2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Relationship Id="rId3" Type="http://schemas.openxmlformats.org/officeDocument/2006/relationships/image" Target="../media/image2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Relationship Id="rId3" Type="http://schemas.openxmlformats.org/officeDocument/2006/relationships/image" Target="../media/image2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jpg"/><Relationship Id="rId3" Type="http://schemas.openxmlformats.org/officeDocument/2006/relationships/image" Target="../media/image2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Relationship Id="rId3" Type="http://schemas.openxmlformats.org/officeDocument/2006/relationships/image" Target="../media/image2.jp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jpg"/><Relationship Id="rId3" Type="http://schemas.openxmlformats.org/officeDocument/2006/relationships/image" Target="../media/image2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jpg"/><Relationship Id="rId3" Type="http://schemas.openxmlformats.org/officeDocument/2006/relationships/image" Target="../media/image2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jpg"/><Relationship Id="rId3" Type="http://schemas.openxmlformats.org/officeDocument/2006/relationships/image" Target="../media/image2.jp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jpg"/><Relationship Id="rId3" Type="http://schemas.openxmlformats.org/officeDocument/2006/relationships/image" Target="../media/image2.jp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Relationship Id="rId3" Type="http://schemas.openxmlformats.org/officeDocument/2006/relationships/image" Target="../media/image2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Relationship Id="rId3" Type="http://schemas.openxmlformats.org/officeDocument/2006/relationships/image" Target="../media/image2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Relationship Id="rId3" Type="http://schemas.openxmlformats.org/officeDocument/2006/relationships/image" Target="../media/image2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jpg"/><Relationship Id="rId3" Type="http://schemas.openxmlformats.org/officeDocument/2006/relationships/image" Target="../media/image2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jpg"/><Relationship Id="rId3" Type="http://schemas.openxmlformats.org/officeDocument/2006/relationships/image" Target="../media/image2.jp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jpg"/><Relationship Id="rId3" Type="http://schemas.openxmlformats.org/officeDocument/2006/relationships/image" Target="../media/image2.jp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png"/><Relationship Id="rId3" Type="http://schemas.openxmlformats.org/officeDocument/2006/relationships/image" Target="../media/image2.jp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g"/><Relationship Id="rId3" Type="http://schemas.openxmlformats.org/officeDocument/2006/relationships/image" Target="../media/image2.jp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jpg"/><Relationship Id="rId3" Type="http://schemas.openxmlformats.org/officeDocument/2006/relationships/image" Target="../media/image2.jp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jpg"/><Relationship Id="rId3" Type="http://schemas.openxmlformats.org/officeDocument/2006/relationships/image" Target="../media/image2.jp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jpg"/><Relationship Id="rId3" Type="http://schemas.openxmlformats.org/officeDocument/2006/relationships/image" Target="../media/image2.jp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jpg"/><Relationship Id="rId3" Type="http://schemas.openxmlformats.org/officeDocument/2006/relationships/image" Target="../media/image2.jp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jpg"/><Relationship Id="rId3" Type="http://schemas.openxmlformats.org/officeDocument/2006/relationships/image" Target="../media/image2.jp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jpg"/><Relationship Id="rId3" Type="http://schemas.openxmlformats.org/officeDocument/2006/relationships/image" Target="../media/image2.jp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jpg"/><Relationship Id="rId3" Type="http://schemas.openxmlformats.org/officeDocument/2006/relationships/image" Target="../media/image2.jp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jpg"/><Relationship Id="rId3" Type="http://schemas.openxmlformats.org/officeDocument/2006/relationships/image" Target="../media/image2.jp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jpg"/><Relationship Id="rId3" Type="http://schemas.openxmlformats.org/officeDocument/2006/relationships/image" Target="../media/image2.jp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jpg"/><Relationship Id="rId3" Type="http://schemas.openxmlformats.org/officeDocument/2006/relationships/image" Target="../media/image2.jpg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jpg"/><Relationship Id="rId3" Type="http://schemas.openxmlformats.org/officeDocument/2006/relationships/image" Target="../media/image2.jp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jpg"/><Relationship Id="rId3" Type="http://schemas.openxmlformats.org/officeDocument/2006/relationships/image" Target="../media/image2.jp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jpg"/><Relationship Id="rId3" Type="http://schemas.openxmlformats.org/officeDocument/2006/relationships/image" Target="../media/image2.jp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jpg"/><Relationship Id="rId3" Type="http://schemas.openxmlformats.org/officeDocument/2006/relationships/image" Target="../media/image2.jpg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jpg"/><Relationship Id="rId3" Type="http://schemas.openxmlformats.org/officeDocument/2006/relationships/image" Target="../media/image2.jpg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jpg"/><Relationship Id="rId3" Type="http://schemas.openxmlformats.org/officeDocument/2006/relationships/image" Target="../media/image2.jp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jpg"/><Relationship Id="rId3" Type="http://schemas.openxmlformats.org/officeDocument/2006/relationships/image" Target="../media/image2.jpg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jpg"/><Relationship Id="rId3" Type="http://schemas.openxmlformats.org/officeDocument/2006/relationships/image" Target="../media/image2.jpg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jpg"/><Relationship Id="rId3" Type="http://schemas.openxmlformats.org/officeDocument/2006/relationships/image" Target="../media/image2.jpg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8.jpg"/><Relationship Id="rId3" Type="http://schemas.openxmlformats.org/officeDocument/2006/relationships/image" Target="../media/image2.jp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jpg"/><Relationship Id="rId3" Type="http://schemas.openxmlformats.org/officeDocument/2006/relationships/image" Target="../media/image2.jpg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.jpg"/><Relationship Id="rId3" Type="http://schemas.openxmlformats.org/officeDocument/2006/relationships/image" Target="../media/image2.jpg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1.jpg"/><Relationship Id="rId3" Type="http://schemas.openxmlformats.org/officeDocument/2006/relationships/image" Target="../media/image2.jpg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2.jpg"/><Relationship Id="rId3" Type="http://schemas.openxmlformats.org/officeDocument/2006/relationships/image" Target="../media/image2.jp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.jpg"/><Relationship Id="rId3" Type="http://schemas.openxmlformats.org/officeDocument/2006/relationships/image" Target="../media/image2.jpg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jpg"/><Relationship Id="rId3" Type="http://schemas.openxmlformats.org/officeDocument/2006/relationships/image" Target="../media/image2.jpg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5.jpg"/><Relationship Id="rId3" Type="http://schemas.openxmlformats.org/officeDocument/2006/relationships/image" Target="../media/image2.jpg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6.jpg"/><Relationship Id="rId3" Type="http://schemas.openxmlformats.org/officeDocument/2006/relationships/image" Target="../media/image2.jpg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7.jpg"/><Relationship Id="rId3" Type="http://schemas.openxmlformats.org/officeDocument/2006/relationships/image" Target="../media/image2.jpg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8.jpg"/><Relationship Id="rId3" Type="http://schemas.openxmlformats.org/officeDocument/2006/relationships/image" Target="../media/image2.jpg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9.jpg"/><Relationship Id="rId3" Type="http://schemas.openxmlformats.org/officeDocument/2006/relationships/image" Target="../media/image2.jpg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0.jpg"/><Relationship Id="rId3" Type="http://schemas.openxmlformats.org/officeDocument/2006/relationships/image" Target="../media/image2.jpg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.jpg"/><Relationship Id="rId3" Type="http://schemas.openxmlformats.org/officeDocument/2006/relationships/image" Target="../media/image2.jpg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2.jpg"/><Relationship Id="rId3" Type="http://schemas.openxmlformats.org/officeDocument/2006/relationships/image" Target="../media/image2.jpg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3.jpg"/><Relationship Id="rId3" Type="http://schemas.openxmlformats.org/officeDocument/2006/relationships/image" Target="../media/image2.jpg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4.jpg"/><Relationship Id="rId3" Type="http://schemas.openxmlformats.org/officeDocument/2006/relationships/image" Target="../media/image2.jpg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5.jpg"/><Relationship Id="rId3" Type="http://schemas.openxmlformats.org/officeDocument/2006/relationships/image" Target="../media/image2.jpg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6.jpg"/><Relationship Id="rId3" Type="http://schemas.openxmlformats.org/officeDocument/2006/relationships/image" Target="../media/image2.jpg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7.jpg"/><Relationship Id="rId3" Type="http://schemas.openxmlformats.org/officeDocument/2006/relationships/image" Target="../media/image2.jpg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8.jpg"/><Relationship Id="rId3" Type="http://schemas.openxmlformats.org/officeDocument/2006/relationships/image" Target="../media/image2.jpg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9.jpg"/><Relationship Id="rId3" Type="http://schemas.openxmlformats.org/officeDocument/2006/relationships/image" Target="../media/image2.jpg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0.jpg"/><Relationship Id="rId3" Type="http://schemas.openxmlformats.org/officeDocument/2006/relationships/image" Target="../media/image2.jpg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1.jpg"/><Relationship Id="rId3" Type="http://schemas.openxmlformats.org/officeDocument/2006/relationships/image" Target="../media/image2.jpg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jpg"/><Relationship Id="rId3" Type="http://schemas.openxmlformats.org/officeDocument/2006/relationships/image" Target="../media/image2.jpg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.jpg"/><Relationship Id="rId3" Type="http://schemas.openxmlformats.org/officeDocument/2006/relationships/image" Target="../media/image2.jpg"/></Relationships>
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4.png"/><Relationship Id="rId3" Type="http://schemas.openxmlformats.org/officeDocument/2006/relationships/image" Target="../media/image2.jpg"/></Relationships>
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5.png"/><Relationship Id="rId3" Type="http://schemas.openxmlformats.org/officeDocument/2006/relationships/image" Target="../media/image2.jpg"/></Relationships>
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5.png"/><Relationship Id="rId3" Type="http://schemas.openxmlformats.org/officeDocument/2006/relationships/image" Target="../media/image2.jpg"/></Relationships>
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6.png"/><Relationship Id="rId3" Type="http://schemas.openxmlformats.org/officeDocument/2006/relationships/image" Target="../media/image2.jpg"/></Relationships>
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7.png"/><Relationship Id="rId3" Type="http://schemas.openxmlformats.org/officeDocument/2006/relationships/image" Target="../media/image2.jpg"/></Relationships>
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8.jpg"/><Relationship Id="rId3" Type="http://schemas.openxmlformats.org/officeDocument/2006/relationships/image" Target="../media/image2.jpg"/></Relationships>
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9.jpg"/><Relationship Id="rId3" Type="http://schemas.openxmlformats.org/officeDocument/2006/relationships/image" Target="../media/image2.jpg"/></Relationships>
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0.jpg"/><Relationship Id="rId3" Type="http://schemas.openxmlformats.org/officeDocument/2006/relationships/image" Target="../media/image2.jpg"/></Relationships>
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2.jpg"/></Relationships>
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2.jpg"/><Relationship Id="rId3" Type="http://schemas.openxmlformats.org/officeDocument/2006/relationships/image" Target="../media/image2.jpg"/></Relationships>
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3.jpg"/><Relationship Id="rId3" Type="http://schemas.openxmlformats.org/officeDocument/2006/relationships/image" Target="../media/image2.jpg"/></Relationships>
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4.jpg"/><Relationship Id="rId3" Type="http://schemas.openxmlformats.org/officeDocument/2006/relationships/image" Target="../media/image2.jpg"/></Relationships>
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5.jpg"/><Relationship Id="rId3" Type="http://schemas.openxmlformats.org/officeDocument/2006/relationships/image" Target="../media/image2.jpg"/></Relationships>
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6.jpg"/><Relationship Id="rId3" Type="http://schemas.openxmlformats.org/officeDocument/2006/relationships/image" Target="../media/image2.jpg"/></Relationships>
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7.jpg"/><Relationship Id="rId3" Type="http://schemas.openxmlformats.org/officeDocument/2006/relationships/image" Target="../media/image2.jpg"/></Relationships>
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8.jpg"/><Relationship Id="rId3" Type="http://schemas.openxmlformats.org/officeDocument/2006/relationships/image" Target="../media/image2.jpg"/></Relationships>
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9.jpg"/><Relationship Id="rId3" Type="http://schemas.openxmlformats.org/officeDocument/2006/relationships/image" Target="../media/image2.jpg"/></Relationships>
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0.jpg"/><Relationship Id="rId3" Type="http://schemas.openxmlformats.org/officeDocument/2006/relationships/image" Target="../media/image2.jpg"/></Relationships>
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1.jpg"/><Relationship Id="rId3" Type="http://schemas.openxmlformats.org/officeDocument/2006/relationships/image" Target="../media/image2.jpg"/></Relationships>
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2.jpg"/><Relationship Id="rId3" Type="http://schemas.openxmlformats.org/officeDocument/2006/relationships/image" Target="../media/image2.jpg"/></Relationships>
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0.jpg"/><Relationship Id="rId3" Type="http://schemas.openxmlformats.org/officeDocument/2006/relationships/image" Target="../media/image2.jpg"/></Relationships>
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1.jpg"/><Relationship Id="rId3" Type="http://schemas.openxmlformats.org/officeDocument/2006/relationships/image" Target="../media/image2.jpg"/></Relationships>
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2.jpg"/><Relationship Id="rId3" Type="http://schemas.openxmlformats.org/officeDocument/2006/relationships/image" Target="../media/image2.jpg"/></Relationships>
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0.jpg"/><Relationship Id="rId3" Type="http://schemas.openxmlformats.org/officeDocument/2006/relationships/image" Target="../media/image2.jpg"/></Relationships>
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1.jpg"/><Relationship Id="rId3" Type="http://schemas.openxmlformats.org/officeDocument/2006/relationships/image" Target="../media/image2.jpg"/></Relationships>

</file>

<file path=ppt/slides/_rels/slide1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2.jpg"/><Relationship Id="rId3" Type="http://schemas.openxmlformats.org/officeDocument/2006/relationships/image" Target="../media/image2.jpg"/></Relationships>

</file>

<file path=ppt/slides/_rels/slide1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1.jpg"/><Relationship Id="rId3" Type="http://schemas.openxmlformats.org/officeDocument/2006/relationships/image" Target="../media/image2.jpg"/></Relationships>

</file>

<file path=ppt/slides/_rels/slide1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2.jpg"/><Relationship Id="rId3" Type="http://schemas.openxmlformats.org/officeDocument/2006/relationships/image" Target="../media/image2.jpg"/></Relationships>

</file>

<file path=ppt/slides/_rels/slide1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3.jpg"/><Relationship Id="rId3" Type="http://schemas.openxmlformats.org/officeDocument/2006/relationships/image" Target="../media/image2.jpg"/></Relationships>

</file>

<file path=ppt/slides/_rels/slide1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4.jpg"/><Relationship Id="rId3" Type="http://schemas.openxmlformats.org/officeDocument/2006/relationships/image" Target="../media/image2.jpg"/></Relationships>

</file>

<file path=ppt/slides/_rels/slide1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3.jpg"/><Relationship Id="rId3" Type="http://schemas.openxmlformats.org/officeDocument/2006/relationships/image" Target="../media/image2.jpg"/></Relationships>

</file>

<file path=ppt/slides/_rels/slide1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4.jpg"/><Relationship Id="rId3" Type="http://schemas.openxmlformats.org/officeDocument/2006/relationships/image" Target="../media/image2.jpg"/></Relationships>

</file>

<file path=ppt/slides/_rels/slide1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3.jpg"/><Relationship Id="rId3" Type="http://schemas.openxmlformats.org/officeDocument/2006/relationships/image" Target="../media/image2.jpg"/></Relationships>

</file>

<file path=ppt/slides/_rels/slide1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4.jpg"/><Relationship Id="rId3" Type="http://schemas.openxmlformats.org/officeDocument/2006/relationships/image" Target="../media/image2.jpg"/></Relationships>

</file>

<file path=ppt/slides/_rels/slide1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3.jpg"/><Relationship Id="rId3" Type="http://schemas.openxmlformats.org/officeDocument/2006/relationships/image" Target="../media/image2.jpg"/></Relationships>

</file>

<file path=ppt/slides/_rels/slide1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4.jpg"/><Relationship Id="rId3" Type="http://schemas.openxmlformats.org/officeDocument/2006/relationships/image" Target="../media/image2.jpg"/></Relationships>

</file>

<file path=ppt/slides/_rels/slide1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5.jpg"/><Relationship Id="rId3" Type="http://schemas.openxmlformats.org/officeDocument/2006/relationships/image" Target="../media/image2.jpg"/></Relationships>

</file>

<file path=ppt/slides/_rels/slide1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6.jpg"/><Relationship Id="rId3" Type="http://schemas.openxmlformats.org/officeDocument/2006/relationships/image" Target="../media/image2.jpg"/></Relationships>

</file>

<file path=ppt/slides/_rels/slide1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7.jpg"/><Relationship Id="rId3" Type="http://schemas.openxmlformats.org/officeDocument/2006/relationships/image" Target="../media/image2.jpg"/></Relationships>

</file>

<file path=ppt/slides/_rels/slide1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8.jpg"/><Relationship Id="rId3" Type="http://schemas.openxmlformats.org/officeDocument/2006/relationships/image" Target="../media/image2.jpg"/></Relationships>

</file>

<file path=ppt/slides/_rels/slide1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9.jpg"/><Relationship Id="rId3" Type="http://schemas.openxmlformats.org/officeDocument/2006/relationships/image" Target="../media/image2.jpg"/></Relationships>

</file>

<file path=ppt/slides/_rels/slide1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0.jpg"/><Relationship Id="rId3" Type="http://schemas.openxmlformats.org/officeDocument/2006/relationships/image" Target="../media/image2.jpg"/></Relationships>

</file>

<file path=ppt/slides/_rels/slide1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1.jpg"/><Relationship Id="rId3" Type="http://schemas.openxmlformats.org/officeDocument/2006/relationships/image" Target="../media/image2.jpg"/></Relationships>

</file>

<file path=ppt/slides/_rels/slide1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2.jpg"/><Relationship Id="rId3" Type="http://schemas.openxmlformats.org/officeDocument/2006/relationships/image" Target="../media/image2.jpg"/></Relationships>

</file>

<file path=ppt/slides/_rels/slide1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3.jpg"/><Relationship Id="rId3" Type="http://schemas.openxmlformats.org/officeDocument/2006/relationships/image" Target="../media/image2.jpg"/></Relationships>

</file>

<file path=ppt/slides/_rels/slide1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4.jpg"/><Relationship Id="rId3" Type="http://schemas.openxmlformats.org/officeDocument/2006/relationships/image" Target="../media/image2.jpg"/></Relationships>

</file>

<file path=ppt/slides/_rels/slide1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5.jpg"/><Relationship Id="rId3" Type="http://schemas.openxmlformats.org/officeDocument/2006/relationships/image" Target="../media/image2.jpg"/></Relationships>

</file>

<file path=ppt/slides/_rels/slide1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6.jpg"/><Relationship Id="rId3" Type="http://schemas.openxmlformats.org/officeDocument/2006/relationships/image" Target="../media/image2.jpg"/></Relationships>

</file>

<file path=ppt/slides/_rels/slide1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7.jpg"/><Relationship Id="rId3" Type="http://schemas.openxmlformats.org/officeDocument/2006/relationships/image" Target="../media/image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claus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  <a:tabLst>
                <a:tab pos="695325" algn="l"/>
              </a:tabLst>
            </a:pPr>
            <a:r>
              <a:rPr dirty="0" sz="1150" spc="-20" b="1">
                <a:latin typeface="Courier New"/>
                <a:cs typeface="Courier New"/>
              </a:rPr>
              <a:t>Page</a:t>
            </a:r>
            <a:r>
              <a:rPr dirty="0" sz="1150" b="1">
                <a:latin typeface="Courier New"/>
                <a:cs typeface="Courier New"/>
              </a:rPr>
              <a:t>	</a:t>
            </a:r>
            <a:r>
              <a:rPr dirty="0" sz="1150" spc="-20" b="1">
                <a:latin typeface="Courier New"/>
                <a:cs typeface="Courier New"/>
              </a:rPr>
              <a:t>1/148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Dialog</a:t>
                      </a:r>
                      <a:endParaRPr sz="1150">
                        <a:latin typeface="Courier New"/>
                        <a:cs typeface="Courier New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150">
                          <a:latin typeface="Courier New"/>
                          <a:cs typeface="Courier New"/>
                        </a:rPr>
                        <a:t>SANTA:</a:t>
                      </a:r>
                      <a:r>
                        <a:rPr dirty="0" sz="1150" spc="254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*clears</a:t>
                      </a:r>
                      <a:r>
                        <a:rPr dirty="0" sz="1150" spc="26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throat*</a:t>
                      </a:r>
                      <a:r>
                        <a:rPr dirty="0" sz="1150" spc="26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"All</a:t>
                      </a:r>
                      <a:r>
                        <a:rPr dirty="0" sz="1150" spc="254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I</a:t>
                      </a:r>
                      <a:r>
                        <a:rPr dirty="0" sz="1150" spc="26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want</a:t>
                      </a:r>
                      <a:r>
                        <a:rPr dirty="0" sz="1150" spc="26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for</a:t>
                      </a:r>
                      <a:r>
                        <a:rPr dirty="0" sz="1150" spc="26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 spc="-10">
                          <a:latin typeface="Courier New"/>
                          <a:cs typeface="Courier New"/>
                        </a:rPr>
                        <a:t>Christmas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  <a:tabLst>
                <a:tab pos="695325" algn="l"/>
              </a:tabLst>
            </a:pPr>
            <a:r>
              <a:rPr dirty="0" sz="1150" spc="-20" b="1">
                <a:latin typeface="Courier New"/>
                <a:cs typeface="Courier New"/>
              </a:rPr>
              <a:t>Page</a:t>
            </a:r>
            <a:r>
              <a:rPr dirty="0" sz="1150" b="1">
                <a:latin typeface="Courier New"/>
                <a:cs typeface="Courier New"/>
              </a:rPr>
              <a:t>	</a:t>
            </a:r>
            <a:r>
              <a:rPr dirty="0" sz="1150" spc="-20" b="1">
                <a:latin typeface="Courier New"/>
                <a:cs typeface="Courier New"/>
              </a:rPr>
              <a:t>2/148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Dialog</a:t>
                      </a:r>
                      <a:endParaRPr sz="1150">
                        <a:latin typeface="Courier New"/>
                        <a:cs typeface="Courier New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150">
                          <a:latin typeface="Courier New"/>
                          <a:cs typeface="Courier New"/>
                        </a:rPr>
                        <a:t>is</a:t>
                      </a:r>
                      <a:r>
                        <a:rPr dirty="0" sz="1150" spc="20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a</a:t>
                      </a:r>
                      <a:r>
                        <a:rPr dirty="0" sz="1150" spc="20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kickass</a:t>
                      </a:r>
                      <a:r>
                        <a:rPr dirty="0" sz="1150" spc="204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 spc="-10">
                          <a:latin typeface="Courier New"/>
                          <a:cs typeface="Courier New"/>
                        </a:rPr>
                        <a:t>riff"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  <a:tabLst>
                <a:tab pos="695325" algn="l"/>
              </a:tabLst>
            </a:pPr>
            <a:r>
              <a:rPr dirty="0" sz="1150" spc="-20" b="1">
                <a:latin typeface="Courier New"/>
                <a:cs typeface="Courier New"/>
              </a:rPr>
              <a:t>Page</a:t>
            </a:r>
            <a:r>
              <a:rPr dirty="0" sz="1150" b="1">
                <a:latin typeface="Courier New"/>
                <a:cs typeface="Courier New"/>
              </a:rPr>
              <a:t>	</a:t>
            </a:r>
            <a:r>
              <a:rPr dirty="0" sz="1150" spc="-20" b="1">
                <a:latin typeface="Courier New"/>
                <a:cs typeface="Courier New"/>
              </a:rPr>
              <a:t>3/148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00:20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  <a:tabLst>
                <a:tab pos="695325" algn="l"/>
              </a:tabLst>
            </a:pPr>
            <a:r>
              <a:rPr dirty="0" sz="1150" spc="-20" b="1">
                <a:latin typeface="Courier New"/>
                <a:cs typeface="Courier New"/>
              </a:rPr>
              <a:t>Page</a:t>
            </a:r>
            <a:r>
              <a:rPr dirty="0" sz="1150" b="1">
                <a:latin typeface="Courier New"/>
                <a:cs typeface="Courier New"/>
              </a:rPr>
              <a:t>	</a:t>
            </a:r>
            <a:r>
              <a:rPr dirty="0" sz="1150" spc="-20" b="1">
                <a:latin typeface="Courier New"/>
                <a:cs typeface="Courier New"/>
              </a:rPr>
              <a:t>4/148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Dialog</a:t>
                      </a:r>
                      <a:endParaRPr sz="1150">
                        <a:latin typeface="Courier New"/>
                        <a:cs typeface="Courier New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*laughs*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  <a:tabLst>
                <a:tab pos="695325" algn="l"/>
              </a:tabLst>
            </a:pPr>
            <a:r>
              <a:rPr dirty="0" sz="1150" spc="-20" b="1">
                <a:latin typeface="Courier New"/>
                <a:cs typeface="Courier New"/>
              </a:rPr>
              <a:t>Page</a:t>
            </a:r>
            <a:r>
              <a:rPr dirty="0" sz="1150" b="1">
                <a:latin typeface="Courier New"/>
                <a:cs typeface="Courier New"/>
              </a:rPr>
              <a:t>	</a:t>
            </a:r>
            <a:r>
              <a:rPr dirty="0" sz="1150" spc="-20" b="1">
                <a:latin typeface="Courier New"/>
                <a:cs typeface="Courier New"/>
              </a:rPr>
              <a:t>5/148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Dialog</a:t>
                      </a:r>
                      <a:endParaRPr sz="1150">
                        <a:latin typeface="Courier New"/>
                        <a:cs typeface="Courier New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150">
                          <a:latin typeface="Courier New"/>
                          <a:cs typeface="Courier New"/>
                        </a:rPr>
                        <a:t>You-</a:t>
                      </a:r>
                      <a:r>
                        <a:rPr dirty="0" sz="1150" spc="26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you</a:t>
                      </a:r>
                      <a:r>
                        <a:rPr dirty="0" sz="1150" spc="2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serious</a:t>
                      </a:r>
                      <a:r>
                        <a:rPr dirty="0" sz="1150" spc="26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 spc="-10">
                          <a:latin typeface="Courier New"/>
                          <a:cs typeface="Courier New"/>
                        </a:rPr>
                        <a:t>dawg?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  <a:tabLst>
                <a:tab pos="695325" algn="l"/>
              </a:tabLst>
            </a:pPr>
            <a:r>
              <a:rPr dirty="0" sz="1150" spc="-20" b="1">
                <a:latin typeface="Courier New"/>
                <a:cs typeface="Courier New"/>
              </a:rPr>
              <a:t>Page</a:t>
            </a:r>
            <a:r>
              <a:rPr dirty="0" sz="1150" b="1">
                <a:latin typeface="Courier New"/>
                <a:cs typeface="Courier New"/>
              </a:rPr>
              <a:t>	</a:t>
            </a:r>
            <a:r>
              <a:rPr dirty="0" sz="1150" spc="-20" b="1">
                <a:latin typeface="Courier New"/>
                <a:cs typeface="Courier New"/>
              </a:rPr>
              <a:t>6/148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  <a:tabLst>
                <a:tab pos="695325" algn="l"/>
              </a:tabLst>
            </a:pPr>
            <a:r>
              <a:rPr dirty="0" sz="1150" spc="-20" b="1">
                <a:latin typeface="Courier New"/>
                <a:cs typeface="Courier New"/>
              </a:rPr>
              <a:t>Page</a:t>
            </a:r>
            <a:r>
              <a:rPr dirty="0" sz="1150" b="1">
                <a:latin typeface="Courier New"/>
                <a:cs typeface="Courier New"/>
              </a:rPr>
              <a:t>	</a:t>
            </a:r>
            <a:r>
              <a:rPr dirty="0" sz="1150" spc="-20" b="1">
                <a:latin typeface="Courier New"/>
                <a:cs typeface="Courier New"/>
              </a:rPr>
              <a:t>7/148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  <a:tabLst>
                <a:tab pos="695325" algn="l"/>
              </a:tabLst>
            </a:pPr>
            <a:r>
              <a:rPr dirty="0" sz="1150" spc="-20" b="1">
                <a:latin typeface="Courier New"/>
                <a:cs typeface="Courier New"/>
              </a:rPr>
              <a:t>Page</a:t>
            </a:r>
            <a:r>
              <a:rPr dirty="0" sz="1150" b="1">
                <a:latin typeface="Courier New"/>
                <a:cs typeface="Courier New"/>
              </a:rPr>
              <a:t>	</a:t>
            </a:r>
            <a:r>
              <a:rPr dirty="0" sz="1150" spc="-20" b="1">
                <a:latin typeface="Courier New"/>
                <a:cs typeface="Courier New"/>
              </a:rPr>
              <a:t>8/148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01:14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Dialog</a:t>
                      </a:r>
                      <a:endParaRPr sz="1150">
                        <a:latin typeface="Courier New"/>
                        <a:cs typeface="Courier New"/>
                      </a:endParaRPr>
                    </a:p>
                    <a:p>
                      <a:pPr marL="36195" marR="7713345">
                        <a:lnSpc>
                          <a:spcPts val="1330"/>
                        </a:lnSpc>
                        <a:spcBef>
                          <a:spcPts val="335"/>
                        </a:spcBef>
                      </a:pPr>
                      <a:r>
                        <a:rPr dirty="0" sz="1150">
                          <a:latin typeface="Courier New"/>
                          <a:cs typeface="Courier New"/>
                        </a:rPr>
                        <a:t>MARSH:</a:t>
                      </a:r>
                      <a:r>
                        <a:rPr dirty="0" sz="1150" spc="254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Yes</a:t>
                      </a:r>
                      <a:r>
                        <a:rPr dirty="0" sz="1150" spc="254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 spc="-10">
                          <a:latin typeface="Courier New"/>
                          <a:cs typeface="Courier New"/>
                        </a:rPr>
                        <a:t>please!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SANTA:</a:t>
                      </a:r>
                      <a:r>
                        <a:rPr dirty="0" sz="1150" spc="27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Heh,</a:t>
                      </a:r>
                      <a:r>
                        <a:rPr dirty="0" sz="1150" spc="28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OK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  <a:tabLst>
                <a:tab pos="695325" algn="l"/>
              </a:tabLst>
            </a:pPr>
            <a:r>
              <a:rPr dirty="0" sz="1150" spc="-20" b="1">
                <a:latin typeface="Courier New"/>
                <a:cs typeface="Courier New"/>
              </a:rPr>
              <a:t>Page</a:t>
            </a:r>
            <a:r>
              <a:rPr dirty="0" sz="1150" b="1">
                <a:latin typeface="Courier New"/>
                <a:cs typeface="Courier New"/>
              </a:rPr>
              <a:t>	</a:t>
            </a:r>
            <a:r>
              <a:rPr dirty="0" sz="1150" spc="-20" b="1">
                <a:latin typeface="Courier New"/>
                <a:cs typeface="Courier New"/>
              </a:rPr>
              <a:t>9/148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02:17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02:17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52259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34670">
                <a:tc gridSpan="4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Dialog</a:t>
                      </a:r>
                      <a:endParaRPr sz="1150">
                        <a:latin typeface="Courier New"/>
                        <a:cs typeface="Courier New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150">
                          <a:latin typeface="Courier New"/>
                          <a:cs typeface="Courier New"/>
                        </a:rPr>
                        <a:t>What's</a:t>
                      </a:r>
                      <a:r>
                        <a:rPr dirty="0" sz="1150" spc="2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wrong</a:t>
                      </a:r>
                      <a:r>
                        <a:rPr dirty="0" sz="1150" spc="2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with</a:t>
                      </a:r>
                      <a:r>
                        <a:rPr dirty="0" sz="1150" spc="2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the</a:t>
                      </a:r>
                      <a:r>
                        <a:rPr dirty="0" sz="1150" spc="2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stuff</a:t>
                      </a:r>
                      <a:r>
                        <a:rPr dirty="0" sz="1150" spc="2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I</a:t>
                      </a:r>
                      <a:r>
                        <a:rPr dirty="0" sz="1150" spc="2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got</a:t>
                      </a:r>
                      <a:r>
                        <a:rPr dirty="0" sz="1150" spc="2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you</a:t>
                      </a:r>
                      <a:r>
                        <a:rPr dirty="0" sz="1150" spc="2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 spc="-10">
                          <a:latin typeface="Courier New"/>
                          <a:cs typeface="Courier New"/>
                        </a:rPr>
                        <a:t>before?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7561" y="1301800"/>
            <a:ext cx="6529433" cy="54337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10/148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Dialog</a:t>
                      </a:r>
                      <a:endParaRPr sz="1150">
                        <a:latin typeface="Courier New"/>
                        <a:cs typeface="Courier New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150">
                          <a:latin typeface="Courier New"/>
                          <a:cs typeface="Courier New"/>
                        </a:rPr>
                        <a:t>MARSH:</a:t>
                      </a:r>
                      <a:r>
                        <a:rPr dirty="0" sz="1150" spc="2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Ugh,</a:t>
                      </a:r>
                      <a:r>
                        <a:rPr dirty="0" sz="1150" spc="2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I</a:t>
                      </a:r>
                      <a:r>
                        <a:rPr dirty="0" sz="1150" spc="2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just</a:t>
                      </a:r>
                      <a:r>
                        <a:rPr dirty="0" sz="1150" spc="2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 spc="-10">
                          <a:latin typeface="Courier New"/>
                          <a:cs typeface="Courier New"/>
                        </a:rPr>
                        <a:t>couldn't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11/148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Dialog</a:t>
                      </a:r>
                      <a:endParaRPr sz="1150">
                        <a:latin typeface="Courier New"/>
                        <a:cs typeface="Courier New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150">
                          <a:latin typeface="Courier New"/>
                          <a:cs typeface="Courier New"/>
                        </a:rPr>
                        <a:t>feel</a:t>
                      </a:r>
                      <a:r>
                        <a:rPr dirty="0" sz="1150" spc="204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the</a:t>
                      </a:r>
                      <a:r>
                        <a:rPr dirty="0" sz="1150" spc="2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 spc="-20">
                          <a:latin typeface="Courier New"/>
                          <a:cs typeface="Courier New"/>
                        </a:rPr>
                        <a:t>music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12/148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Dialog</a:t>
                      </a:r>
                      <a:endParaRPr sz="1150">
                        <a:latin typeface="Courier New"/>
                        <a:cs typeface="Courier New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150">
                          <a:latin typeface="Courier New"/>
                          <a:cs typeface="Courier New"/>
                        </a:rPr>
                        <a:t>you</a:t>
                      </a:r>
                      <a:r>
                        <a:rPr dirty="0" sz="1150" spc="1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know</a:t>
                      </a:r>
                      <a:r>
                        <a:rPr dirty="0" sz="1150" spc="1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what</a:t>
                      </a:r>
                      <a:r>
                        <a:rPr dirty="0" sz="1150" spc="19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I</a:t>
                      </a:r>
                      <a:r>
                        <a:rPr dirty="0" sz="1150" spc="1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 spc="-10">
                          <a:latin typeface="Courier New"/>
                          <a:cs typeface="Courier New"/>
                        </a:rPr>
                        <a:t>mean?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88728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13/148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Dialog</a:t>
                      </a:r>
                      <a:endParaRPr sz="1150">
                        <a:latin typeface="Courier New"/>
                        <a:cs typeface="Courier New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150">
                          <a:latin typeface="Courier New"/>
                          <a:cs typeface="Courier New"/>
                        </a:rPr>
                        <a:t>SANTA:</a:t>
                      </a:r>
                      <a:r>
                        <a:rPr dirty="0" sz="1150" spc="3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 spc="-10">
                          <a:latin typeface="Courier New"/>
                          <a:cs typeface="Courier New"/>
                        </a:rPr>
                        <a:t>Alrighty,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88728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14/148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Dialog</a:t>
                      </a:r>
                      <a:endParaRPr sz="1150">
                        <a:latin typeface="Courier New"/>
                        <a:cs typeface="Courier New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150">
                          <a:latin typeface="Courier New"/>
                          <a:cs typeface="Courier New"/>
                        </a:rPr>
                        <a:t>I</a:t>
                      </a:r>
                      <a:r>
                        <a:rPr dirty="0" sz="1150" spc="204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>
                          <a:latin typeface="Courier New"/>
                          <a:cs typeface="Courier New"/>
                        </a:rPr>
                        <a:t>gotcha</a:t>
                      </a:r>
                      <a:r>
                        <a:rPr dirty="0" sz="1150" spc="2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 spc="-20">
                          <a:latin typeface="Courier New"/>
                          <a:cs typeface="Courier New"/>
                        </a:rPr>
                        <a:t>son.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88728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15/148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Dialog</a:t>
                      </a:r>
                      <a:endParaRPr sz="1150">
                        <a:latin typeface="Courier New"/>
                        <a:cs typeface="Courier New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150">
                          <a:latin typeface="Courier New"/>
                          <a:cs typeface="Courier New"/>
                        </a:rPr>
                        <a:t>guitar</a:t>
                      </a:r>
                      <a:r>
                        <a:rPr dirty="0" sz="1150" spc="3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 spc="-10">
                          <a:latin typeface="Courier New"/>
                          <a:cs typeface="Courier New"/>
                        </a:rPr>
                        <a:t>screech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88728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16/148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Dialog</a:t>
                      </a:r>
                      <a:endParaRPr sz="1150">
                        <a:latin typeface="Courier New"/>
                        <a:cs typeface="Courier New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150">
                          <a:latin typeface="Courier New"/>
                          <a:cs typeface="Courier New"/>
                        </a:rPr>
                        <a:t>guitar</a:t>
                      </a:r>
                      <a:r>
                        <a:rPr dirty="0" sz="1150" spc="3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 spc="-10">
                          <a:latin typeface="Courier New"/>
                          <a:cs typeface="Courier New"/>
                        </a:rPr>
                        <a:t>screech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88728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17/148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18/148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19/148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Dialog</a:t>
                      </a:r>
                      <a:endParaRPr sz="1150">
                        <a:latin typeface="Courier New"/>
                        <a:cs typeface="Courier New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150">
                          <a:latin typeface="Courier New"/>
                          <a:cs typeface="Courier New"/>
                        </a:rPr>
                        <a:t>MARSH:</a:t>
                      </a:r>
                      <a:r>
                        <a:rPr dirty="0" sz="1150" spc="3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 spc="-10">
                          <a:latin typeface="Courier New"/>
                          <a:cs typeface="Courier New"/>
                        </a:rPr>
                        <a:t>Aahahahaaa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20/148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Dialog</a:t>
                      </a:r>
                      <a:endParaRPr sz="1150">
                        <a:latin typeface="Courier New"/>
                        <a:cs typeface="Courier New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150">
                          <a:latin typeface="Courier New"/>
                          <a:cs typeface="Courier New"/>
                        </a:rPr>
                        <a:t>fuck</a:t>
                      </a:r>
                      <a:r>
                        <a:rPr dirty="0" sz="1150" spc="229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50" spc="-10">
                          <a:latin typeface="Courier New"/>
                          <a:cs typeface="Courier New"/>
                        </a:rPr>
                        <a:t>yeahhh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425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21/148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22/148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23/148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24/148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25/148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26/148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27/148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28/148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29/148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30/148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31/148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32/148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33/148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34/148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35/148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36/148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37/148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38/148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39/148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40/148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41/148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42/148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43/148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44/148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45/148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46/148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47/148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48/148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49/148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50/148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51/148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52/148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53/148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58245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54/148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55/148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56/148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57/148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58/148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59/148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60/148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61/148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62/148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63/148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64/148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65/148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88728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66/148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88728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67/148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88728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68/148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88728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69/148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 marL="36195" marR="8841105">
                        <a:lnSpc>
                          <a:spcPct val="118300"/>
                        </a:lnSpc>
                        <a:spcBef>
                          <a:spcPts val="8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Dialog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1s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88728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70/148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 marL="36195" marR="8841105">
                        <a:lnSpc>
                          <a:spcPct val="118300"/>
                        </a:lnSpc>
                        <a:spcBef>
                          <a:spcPts val="8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Dialog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1s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88728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71/148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 marL="36195" marR="8841105">
                        <a:lnSpc>
                          <a:spcPct val="118300"/>
                        </a:lnSpc>
                        <a:spcBef>
                          <a:spcPts val="8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Dialog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1s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88728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72/148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 marL="36195" marR="8841105">
                        <a:lnSpc>
                          <a:spcPct val="118300"/>
                        </a:lnSpc>
                        <a:spcBef>
                          <a:spcPts val="8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Dialog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1s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101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88728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73/148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74/148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00:20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75/148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00:20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258071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76/148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00:22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77/148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78/148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79/148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80/148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81/148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02:15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5726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6877" y="1301800"/>
            <a:ext cx="8980257" cy="5987999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82/148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25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02:15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00:23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0738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4988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618899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83/148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25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02:15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6765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8961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78887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84/148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8957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6769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401069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85/148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00:22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86/148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58245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87/148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58245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88/148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58245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89/148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58245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90/148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58245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91/148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58245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92/148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58245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93/148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02:07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58245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94/148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05:11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64342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95/148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05:11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96/148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05:11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97/148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05:11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64342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98/148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05:11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64342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140" b="1">
                <a:latin typeface="Courier New"/>
                <a:cs typeface="Courier New"/>
              </a:rPr>
              <a:t>  </a:t>
            </a:r>
            <a:r>
              <a:rPr dirty="0" sz="1150" spc="-10" b="1">
                <a:latin typeface="Courier New"/>
                <a:cs typeface="Courier New"/>
              </a:rPr>
              <a:t>99/148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05:11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100/148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05:11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64342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101/148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05:11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64342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102/148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05:11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64342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103/148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05:11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2287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3439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134539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104/148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25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05:11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4383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1343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15513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105/148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05:11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6636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9090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077789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106/148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05:11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1241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4485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23698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107/148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05:11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108/148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05:11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258071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109/148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58482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7244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496125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110/148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60451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275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515986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111/148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9529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6197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406671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112/148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113/148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114/148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5726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595" y="1301800"/>
            <a:ext cx="5761265" cy="5987999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115/148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00:17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5726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7239" y="1301800"/>
            <a:ext cx="7803618" cy="5987999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116/148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5726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423" y="1301800"/>
            <a:ext cx="9102189" cy="5987999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117/148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118/148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119/148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120/148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121/148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122/148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123/148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124/148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125/148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126/148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127/148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128/148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258071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129/148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258071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130/148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258071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131/148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258071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132/148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258071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133/148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258071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134/148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258071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135/148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70438" cy="5258071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136/148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58245" cy="5251992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137/148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88728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138/148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88728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139/148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140/148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94824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141/148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6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58245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142/148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58245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143/148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58245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144/148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9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58245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145/148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58245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146/148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00:05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58245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147/148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23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03:18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12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01:00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4" y="1301800"/>
            <a:ext cx="9358245" cy="5264149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775854" cy="444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9554" y="393608"/>
            <a:ext cx="4921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latin typeface="Courier New"/>
                <a:cs typeface="Courier New"/>
              </a:rPr>
              <a:t>claus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9640" y="393318"/>
            <a:ext cx="1203960" cy="2552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Courier New"/>
                <a:cs typeface="Courier New"/>
              </a:rPr>
              <a:t>Page</a:t>
            </a:r>
            <a:r>
              <a:rPr dirty="0" sz="1150" spc="229" b="1">
                <a:latin typeface="Courier New"/>
                <a:cs typeface="Courier New"/>
              </a:rPr>
              <a:t> </a:t>
            </a:r>
            <a:r>
              <a:rPr dirty="0" sz="1150" spc="-10" b="1">
                <a:latin typeface="Courier New"/>
                <a:cs typeface="Courier New"/>
              </a:rPr>
              <a:t>148/148</a:t>
            </a:r>
            <a:endParaRPr sz="1150">
              <a:latin typeface="Courier New"/>
              <a:cs typeface="Courier New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4800" y="760412"/>
          <a:ext cx="9525000" cy="655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0930"/>
                <a:gridCol w="2362835"/>
                <a:gridCol w="2362834"/>
                <a:gridCol w="2361565"/>
              </a:tblGrid>
              <a:tr h="495300">
                <a:tc>
                  <a:txBody>
                    <a:bodyPr/>
                    <a:lstStyle/>
                    <a:p>
                      <a:pPr marL="36195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Scene </a:t>
                      </a:r>
                      <a:r>
                        <a:rPr dirty="0" sz="1150" spc="-25">
                          <a:latin typeface="Courier New"/>
                          <a:cs typeface="Courier New"/>
                        </a:rPr>
                        <a:t>24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781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4975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Panel </a:t>
                      </a:r>
                      <a:r>
                        <a:rPr dirty="0" sz="1150" spc="-50">
                          <a:latin typeface="Courier New"/>
                          <a:cs typeface="Courier New"/>
                        </a:rPr>
                        <a:t>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56654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dirty="0" sz="1150" spc="-10">
                          <a:latin typeface="Courier New"/>
                          <a:cs typeface="Courier New"/>
                        </a:rPr>
                        <a:t>Duration 03:05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24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421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01800"/>
            <a:ext cx="9364342" cy="52519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2026-10-20T04:39:43Z</dcterms:created>
  <dcterms:modified xsi:type="dcterms:W3CDTF">2026-10-20T04:39:43Z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2026-10-20T00:00:00Z</vt:filetime>
  </property>
  <property fmtid="{D5CDD505-2E9C-101B-9397-08002B2CF9AE}" pid="4" name="Producer">
    <vt:lpwstr>Qt 6.4.2</vt:lpwstr>
  </property>
  <property fmtid="{D5CDD505-2E9C-101B-9397-08002B2CF9AE}" pid="5" name="LastSaved">
    <vt:filetime>2026-10-20T00:00:00Z</vt:filetime>
  </property>
</Properties>
</file>